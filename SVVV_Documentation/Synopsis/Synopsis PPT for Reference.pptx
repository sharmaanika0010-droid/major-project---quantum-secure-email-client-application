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removePersonalInfoOnSave="1" saveSubsetFonts="1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002136"/>
    <a:srgbClr val="103350"/>
    <a:srgbClr val="0C4360"/>
    <a:srgbClr val="1B6872"/>
    <a:srgbClr val="63B7C6"/>
    <a:srgbClr val="0C75AC"/>
    <a:srgbClr val="00243A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492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customXml" Target="../customXml/item1.xml"/><Relationship Id="rId25" Type="http://schemas.openxmlformats.org/officeDocument/2006/relationships/customXmlProps" Target="../customXml/itemProps1.xml"/><Relationship Id="rId26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9009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3/22/2025</a:t>
            </a:fld>
            <a:endParaRPr dirty="0" lang="en-US"/>
          </a:p>
        </p:txBody>
      </p:sp>
      <p:sp>
        <p:nvSpPr>
          <p:cNvPr id="1049010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9011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 noProof="0"/>
          </a:p>
        </p:txBody>
      </p:sp>
      <p:sp>
        <p:nvSpPr>
          <p:cNvPr id="104900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3/22/2025</a:t>
            </a:fld>
            <a:endParaRPr dirty="0" lang="en-US" noProof="0"/>
          </a:p>
        </p:txBody>
      </p:sp>
      <p:sp>
        <p:nvSpPr>
          <p:cNvPr id="104900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dirty="0" lang="en-US" noProof="0"/>
          </a:p>
        </p:txBody>
      </p:sp>
      <p:sp>
        <p:nvSpPr>
          <p:cNvPr id="104900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900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 noProof="0"/>
          </a:p>
        </p:txBody>
      </p:sp>
      <p:sp>
        <p:nvSpPr>
          <p:cNvPr id="104900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8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3E20742-2F11-407F-87D9-A1B28E00D8D9}" type="slidenum">
              <a:rPr lang="en-IN" smtClean="0"/>
              <a:t>‹#›</a:t>
            </a:fld>
            <a:endParaRPr lang="en-IN"/>
          </a:p>
        </p:txBody>
      </p:sp>
      <p:sp>
        <p:nvSpPr>
          <p:cNvPr id="1048622" name="Rectangle 6"/>
          <p:cNvSpPr/>
          <p:nvPr userDrawn="1"/>
        </p:nvSpPr>
        <p:spPr>
          <a:xfrm>
            <a:off x="0" y="0"/>
            <a:ext cx="12192000" cy="685800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55" name="Group 7"/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56" name="Group 8"/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048623" name="Freeform: Shape 15"/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dirty="0" lang="en-US" noProof="0"/>
              </a:p>
            </p:txBody>
          </p:sp>
          <p:sp>
            <p:nvSpPr>
              <p:cNvPr id="1048624" name="Freeform: Shape 16"/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dirty="0" lang="en-US" noProof="0"/>
              </a:p>
            </p:txBody>
          </p:sp>
          <p:sp>
            <p:nvSpPr>
              <p:cNvPr id="1048625" name="Right Triangle 17"/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/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dirty="0" lang="en-US" noProof="0"/>
              </a:p>
            </p:txBody>
          </p:sp>
          <p:sp>
            <p:nvSpPr>
              <p:cNvPr id="1048626" name="Right Triangle 18"/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/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dirty="0" lang="en-US" noProof="0"/>
              </a:p>
            </p:txBody>
          </p:sp>
          <p:sp>
            <p:nvSpPr>
              <p:cNvPr id="1048627" name="Right Triangle 19"/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/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dirty="0" lang="en-US" noProof="0"/>
              </a:p>
            </p:txBody>
          </p:sp>
          <p:sp>
            <p:nvSpPr>
              <p:cNvPr id="1048628" name="Freeform: Shape 20"/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dirty="0" lang="en-US" noProof="0"/>
              </a:p>
            </p:txBody>
          </p:sp>
        </p:grpSp>
        <p:sp>
          <p:nvSpPr>
            <p:cNvPr id="1048629" name="Freeform: Shape 12"/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630" name="Freeform: Shape 10"/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p>
              <a:pPr algn="ctr"/>
              <a:endParaRPr dirty="0" lang="en-US" noProof="0"/>
            </a:p>
          </p:txBody>
        </p:sp>
        <p:sp>
          <p:nvSpPr>
            <p:cNvPr id="1048631" name="Freeform: Shape 12"/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grpSp>
          <p:nvGrpSpPr>
            <p:cNvPr id="57" name="Group 12"/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048632" name="Freeform: Shape 13"/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dirty="0" lang="en-US" noProof="0"/>
              </a:p>
            </p:txBody>
          </p:sp>
          <p:sp>
            <p:nvSpPr>
              <p:cNvPr id="1048633" name="Freeform: Shape 12"/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dirty="0" lang="en-US" noProof="0"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7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7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776" name="Rectangle 6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77" name="Freeform: Shape 7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78" name="Freeform: Shape 8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79" name="Freeform: Shape 9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80" name="Freeform: Shape 10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93" name="Group 11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781" name="Freeform: Shape 12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82" name="Freeform: Shape 13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94" name="Group 14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783" name="Rectangle: Single Corner Snipped 15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784" name="Rectangle: Single Corner Snipped 16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85" name="Freeform: Shape 17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598" name="Rectangle 6"/>
          <p:cNvSpPr/>
          <p:nvPr userDrawn="1"/>
        </p:nvSpPr>
        <p:spPr>
          <a:xfrm>
            <a:off x="0" y="0"/>
            <a:ext cx="12192000" cy="6858000"/>
          </a:xfrm>
          <a:prstGeom prst="rect"/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599" name="Freeform: Shape 7"/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600" name="Freeform: Shape 8"/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601" name="Right Triangle 9"/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/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602" name="Freeform: Shape 10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603" name="Freeform: Shape 11"/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604" name="Freeform: Shape 12"/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605" name="Freeform: Shape 13"/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606" name="Freeform: Shape 14"/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grpSp>
        <p:nvGrpSpPr>
          <p:cNvPr id="44" name="Group 15"/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048607" name="Freeform: Shape 16"/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608" name="Freeform: Shape 17"/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45" name="Group 18"/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1048609" name="Freeform: Shape 19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610" name="Freeform: Shape 20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6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6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6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96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96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968" name="Rectangle 7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69" name="Freeform: Shape 8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70" name="Freeform: Shape 9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71" name="Freeform: Shape 10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72" name="Freeform: Shape 11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130" name="Group 12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973" name="Freeform: Shape 13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974" name="Freeform: Shape 14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31" name="Group 1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975" name="Rectangle: Single Corner Snipped 16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976" name="Rectangle: Single Corner Snipped 17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977" name="Freeform: Shape 18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650" name="Rectangle 9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651" name="Freeform: Shape 10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652" name="Freeform: Shape 11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653" name="Freeform: Shape 12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654" name="Freeform: Shape 13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62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655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656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63" name="Group 17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657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658" name="Rectangle: Single Corner Snipped 19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659" name="Freeform: Shape 20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3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83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8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841" name="Rectangle 5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42" name="Freeform: Shape 6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43" name="Freeform: Shape 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44" name="Freeform: Shape 8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45" name="Freeform: Shape 9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105" name="Group 10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846" name="Freeform: Shape 11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47" name="Freeform: Shape 12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06" name="Group 13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848" name="Rectangle: Single Corner Snipped 14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849" name="Rectangle: Single Corner Snipped 15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850" name="Freeform: Shape 16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91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9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914" name="Rectangle 4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15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16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17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18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120" name="Group 9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919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920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921" name="Freeform: Shape 23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8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8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9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9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992" name="Rectangle 7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93" name="Freeform: Shape 8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94" name="Freeform: Shape 9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95" name="Freeform: Shape 10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96" name="Freeform: Shape 11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135" name="Group 12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997" name="Freeform: Shape 13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998" name="Freeform: Shape 14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36" name="Group 1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999" name="Rectangle: Single Corner Snipped 16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9000" name="Rectangle: Single Corner Snipped 17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9001" name="Freeform: Shape 18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2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7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724" name="Rectangle 7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25" name="Freeform: Shape 8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26" name="Freeform: Shape 9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27" name="Freeform: Shape 10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28" name="Freeform: Shape 11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82" name="Group 12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729" name="Freeform: Shape 13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30" name="Freeform: Shape 14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83" name="Group 1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731" name="Rectangle: Single Corner Snipped 16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32" name="Rectangle: Single Corner Snipped 17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33" name="Freeform: Shape 18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5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5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96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9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  <p:hf dt="0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7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  <p:hf dt="0" ftr="0" hdr="0" sldNum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Rectangle 6"/>
          <p:cNvSpPr/>
          <p:nvPr userDrawn="1"/>
        </p:nvSpPr>
        <p:spPr>
          <a:xfrm>
            <a:off x="0" y="0"/>
            <a:ext cx="12192000" cy="6858000"/>
          </a:xfrm>
          <a:prstGeom prst="rect"/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56" name="Freeform: Shape 7"/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57" name="Freeform: Shape 8"/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58" name="Right Triangle 9"/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/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59" name="Freeform: Shape 10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60" name="Freeform: Shape 11"/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61" name="Freeform: Shape 12"/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62" name="Freeform: Shape 13"/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63" name="Freeform: Shape 14"/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grpSp>
        <p:nvGrpSpPr>
          <p:cNvPr id="90" name="Group 15"/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048764" name="Freeform: Shape 16"/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65" name="Freeform: Shape 17"/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91" name="Group 18"/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1048766" name="Freeform: Shape 19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67" name="Freeform: Shape 20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68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bIns="45720" lIns="91440" rIns="91440" rtlCol="0" tIns="45720" vert="horz">
            <a:normAutofit/>
          </a:bodyPr>
          <a:lstStyle>
            <a:lvl1pPr indent="0" marL="0">
              <a:buNone/>
              <a:defRPr sz="1600" lang="en-US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indent="-228600" lvl="0" marL="228600"/>
            <a:r>
              <a:rPr lang="en-US" noProof="0"/>
              <a:t>Click to edit Master text styles</a:t>
            </a:r>
          </a:p>
        </p:txBody>
      </p:sp>
      <p:sp>
        <p:nvSpPr>
          <p:cNvPr id="104876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770" name="Title 1"/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anchor="b" bIns="45720" lIns="91440" rIns="91440" rtlCol="0" tIns="45720" vert="horz">
            <a:normAutofit/>
          </a:bodyPr>
          <a:lstStyle>
            <a:lvl1pPr>
              <a:defRPr b="1" dirty="0" sz="5400" lang="en-GB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Rectangle 21"/>
          <p:cNvSpPr/>
          <p:nvPr userDrawn="1"/>
        </p:nvSpPr>
        <p:spPr>
          <a:xfrm>
            <a:off x="0" y="0"/>
            <a:ext cx="12192000" cy="6858000"/>
          </a:xfrm>
          <a:prstGeom prst="rect"/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52" name="Freeform: Shape 33"/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53" name="Freeform: Shape 23"/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54" name="Freeform: Shape 24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55" name="Oval 3"/>
          <p:cNvSpPr/>
          <p:nvPr userDrawn="1"/>
        </p:nvSpPr>
        <p:spPr>
          <a:xfrm>
            <a:off x="533399" y="914400"/>
            <a:ext cx="1944914" cy="1944914"/>
          </a:xfrm>
          <a:prstGeom prst="ellipse"/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56" name="Title 1"/>
          <p:cNvSpPr txBox="1"/>
          <p:nvPr userDrawn="1"/>
        </p:nvSpPr>
        <p:spPr>
          <a:xfrm>
            <a:off x="956993" y="923305"/>
            <a:ext cx="1005115" cy="2859313"/>
          </a:xfrm>
          <a:prstGeom prst="rect"/>
        </p:spPr>
        <p:txBody>
          <a:bodyPr anchor="t" bIns="45720" lIns="91440" rIns="91440" rtlCol="0" tIns="45720" vert="horz">
            <a:noAutofit/>
          </a:bodyPr>
          <a:lstStyle>
            <a:lvl1pPr algn="l" defTabSz="914400" eaLnBrk="1" hangingPunct="1" latinLnBrk="0" rtl="0">
              <a:lnSpc>
                <a:spcPct val="100000"/>
              </a:lnSpc>
              <a:spcBef>
                <a:spcPct val="0"/>
              </a:spcBef>
              <a:buNone/>
              <a:defRPr b="0" dirty="0" sz="3600" i="0" kern="1200" lang="en-GB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dirty="0" sz="18400" lang="en-US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1048857" name="Title 1"/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anchor="t" bIns="45720" lIns="91440" rIns="91440" rtlCol="0" tIns="45720" vert="horz">
            <a:normAutofit/>
          </a:bodyPr>
          <a:lstStyle>
            <a:lvl1pPr>
              <a:lnSpc>
                <a:spcPct val="100000"/>
              </a:lnSpc>
              <a:defRPr b="0" dirty="0" sz="3200" i="0" lang="en-GB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04885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8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79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80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81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4898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grpSp>
        <p:nvGrpSpPr>
          <p:cNvPr id="133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983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984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985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35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36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37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38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39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85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740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41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86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742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743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44" name="Freeform: Shape 23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4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09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10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11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12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13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99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814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15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00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816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817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818" name="Freeform: Shape 23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820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algn="ctr" indent="0" marL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23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24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25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26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27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22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928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929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23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930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931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932" name="Freeform: Shape 23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3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934" name="Content Placeholder 2"/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22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23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24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25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26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02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827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28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03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829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830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831" name="Freeform: Shape 23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3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833" name="Text Placeholder 2"/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algn="ctr" indent="0" marL="0">
              <a:buFont typeface="Arial" panose="020B0604020202020204" pitchFamily="34" charset="0"/>
              <a:buNone/>
              <a:defRPr b="1" sz="2000">
                <a:solidFill>
                  <a:schemeClr val="bg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3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algn="ctr" indent="0" marL="0">
              <a:buFont typeface="Arial" panose="020B0604020202020204" pitchFamily="34" charset="0"/>
              <a:buNone/>
              <a:defRPr b="1" sz="2000">
                <a:solidFill>
                  <a:schemeClr val="bg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35" name="Content Placeholder 3"/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836" name="Content Placeholder 5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98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99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00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01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0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17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903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904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18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905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906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907" name="Freeform: Shape 23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0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909" name="Content Placeholder 2"/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indent="-457200" marL="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indent="-342900" marL="8001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indent="-342900" marL="12573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indent="-285750" marL="16573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indent="-285750" marL="21145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910" name="Content Placeholder 3"/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87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88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89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90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91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96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792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93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97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794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95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9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/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indent="0" marL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dirty="0" lang="en-US" noProof="0"/>
          </a:p>
        </p:txBody>
      </p:sp>
      <p:sp>
        <p:nvSpPr>
          <p:cNvPr id="104879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/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indent="0" marL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dirty="0" lang="en-US" noProof="0"/>
          </a:p>
        </p:txBody>
      </p:sp>
      <p:sp>
        <p:nvSpPr>
          <p:cNvPr id="104879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/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indent="0" marL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dirty="0" lang="en-US" noProof="0"/>
          </a:p>
        </p:txBody>
      </p:sp>
      <p:sp>
        <p:nvSpPr>
          <p:cNvPr id="104879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/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indent="0" marL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dirty="0" lang="en-US" noProof="0"/>
          </a:p>
        </p:txBody>
      </p:sp>
      <p:sp>
        <p:nvSpPr>
          <p:cNvPr id="1048800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/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indent="0" marL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dirty="0" lang="en-US" noProof="0"/>
          </a:p>
        </p:txBody>
      </p:sp>
      <p:sp>
        <p:nvSpPr>
          <p:cNvPr id="1048801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bIns="0" lIns="0" rIns="0" tIns="0">
            <a:noAutofit/>
          </a:bodyPr>
          <a:lstStyle>
            <a:lvl1pPr algn="ctr" indent="0" mar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02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bIns="0" lIns="0" rIns="0" tIns="0">
            <a:noAutofit/>
          </a:bodyPr>
          <a:lstStyle>
            <a:lvl1pPr algn="ctr" indent="0" mar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03" name="Text Placeholder 22"/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bIns="0" lIns="0" rIns="0" tIns="0">
            <a:noAutofit/>
          </a:bodyPr>
          <a:lstStyle>
            <a:lvl1pPr algn="ctr" indent="0" mar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04" name="Text Placeholder 22"/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bIns="0" lIns="0" rIns="0" tIns="0">
            <a:noAutofit/>
          </a:bodyPr>
          <a:lstStyle>
            <a:lvl1pPr algn="ctr" indent="0" mar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05" name="Text Placeholder 22"/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bIns="0" lIns="0" rIns="0" tIns="0">
            <a:noAutofit/>
          </a:bodyPr>
          <a:lstStyle>
            <a:lvl1pPr algn="ctr" indent="0" mar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3145728" name="Straight Connector 6"/>
          <p:cNvCxnSpPr>
            <a:cxnSpLocks/>
          </p:cNvCxnSpPr>
          <p:nvPr userDrawn="1"/>
        </p:nvCxnSpPr>
        <p:spPr>
          <a:xfrm>
            <a:off x="1242354" y="3825022"/>
            <a:ext cx="731221" cy="0"/>
          </a:xfrm>
          <a:prstGeom prst="line"/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Straight Connector 30"/>
          <p:cNvCxnSpPr>
            <a:cxnSpLocks/>
          </p:cNvCxnSpPr>
          <p:nvPr userDrawn="1"/>
        </p:nvCxnSpPr>
        <p:spPr>
          <a:xfrm>
            <a:off x="3486372" y="3825022"/>
            <a:ext cx="731221" cy="0"/>
          </a:xfrm>
          <a:prstGeom prst="line"/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Straight Connector 31"/>
          <p:cNvCxnSpPr>
            <a:cxnSpLocks/>
          </p:cNvCxnSpPr>
          <p:nvPr userDrawn="1"/>
        </p:nvCxnSpPr>
        <p:spPr>
          <a:xfrm>
            <a:off x="5730390" y="3825022"/>
            <a:ext cx="731221" cy="0"/>
          </a:xfrm>
          <a:prstGeom prst="line"/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Straight Connector 32"/>
          <p:cNvCxnSpPr>
            <a:cxnSpLocks/>
          </p:cNvCxnSpPr>
          <p:nvPr userDrawn="1"/>
        </p:nvCxnSpPr>
        <p:spPr>
          <a:xfrm>
            <a:off x="7974408" y="3825022"/>
            <a:ext cx="731221" cy="0"/>
          </a:xfrm>
          <a:prstGeom prst="line"/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2" name="Straight Connector 33"/>
          <p:cNvCxnSpPr>
            <a:cxnSpLocks/>
          </p:cNvCxnSpPr>
          <p:nvPr userDrawn="1"/>
        </p:nvCxnSpPr>
        <p:spPr>
          <a:xfrm>
            <a:off x="10218425" y="3825022"/>
            <a:ext cx="731221" cy="0"/>
          </a:xfrm>
          <a:prstGeom prst="line"/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06" name="Freeform: Shape 34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0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60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61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62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63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64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09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865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66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10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867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68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869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bIns="0" lIns="0" rIns="0" tIns="0">
            <a:noAutofit/>
          </a:bodyPr>
          <a:lstStyle>
            <a:lvl1pPr algn="l" indent="0" mar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70" name="Freeform: Shape 34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7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872" name="Picture Placeholder 12"/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algn="ctr" indent="0" marL="0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dirty="0" lang="en-US" noProof="0"/>
              <a:t>Insert image</a:t>
            </a:r>
          </a:p>
        </p:txBody>
      </p:sp>
      <p:sp>
        <p:nvSpPr>
          <p:cNvPr id="1048873" name="Text Placeholder 22"/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bIns="0" lIns="0" rIns="0" tIns="0">
            <a:noAutofit/>
          </a:bodyPr>
          <a:lstStyle>
            <a:lvl1pPr algn="l" indent="0" mar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74" name="Text Placeholder 22"/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bIns="0" lIns="0" rIns="0" tIns="0">
            <a:noAutofit/>
          </a:bodyPr>
          <a:lstStyle>
            <a:lvl1pPr algn="l" indent="0" mar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76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77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878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79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80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12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881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82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13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883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84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885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bIns="0" lIns="0" rIns="0" tIns="0">
            <a:noAutofit/>
          </a:bodyPr>
          <a:lstStyle>
            <a:lvl1pPr algn="l" indent="0" mar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886" name="Freeform: Shape 34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8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888" name="Picture Placeholder 12"/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algn="ctr" indent="0" marL="0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dirty="0" lang="en-US" noProof="0"/>
              <a:t>Insert image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5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36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37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38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39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40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25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941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942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26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943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944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945" name="Freeform: Shape 34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4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947" name="Picture Placeholder 2"/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indent="0" marL="0">
              <a:buNone/>
              <a:defRPr sz="2400">
                <a:solidFill>
                  <a:schemeClr val="bg1"/>
                </a:solidFill>
              </a:defRPr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dirty="0" lang="en-US" noProof="0"/>
          </a:p>
        </p:txBody>
      </p:sp>
      <p:sp>
        <p:nvSpPr>
          <p:cNvPr id="1048948" name="Text Placeholder 3"/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indent="0" marL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Rectangle 10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00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01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02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03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04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anchor="t" bIns="45720" lIns="91440" rIns="91440" rtlCol="0" tIns="45720" vert="horz" wrap="square">
            <a:spAutoFit/>
          </a:bodyPr>
          <a:lstStyle>
            <a:lvl1pPr>
              <a:defRPr baseline="0" b="1" dirty="0" sz="3200" lang="en-GB" spc="-7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78" name="Group 14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705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06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79" name="Group 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707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08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09" name="Freeform: Shape 34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7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indent="0" marL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48712" name="Content Placeholder 2"/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Rectangle 17"/>
          <p:cNvSpPr/>
          <p:nvPr userDrawn="1"/>
        </p:nvSpPr>
        <p:spPr>
          <a:xfrm>
            <a:off x="0" y="0"/>
            <a:ext cx="12192000" cy="6884191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47" name="Freeform: Shape 9"/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48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749" name="Freeform: Shape 11"/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50" name="Freeform: Shape 7"/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88" name="Group 23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751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752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53" name="Freeform: Shape 23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5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Rectangle 20"/>
          <p:cNvSpPr/>
          <p:nvPr userDrawn="1"/>
        </p:nvSpPr>
        <p:spPr>
          <a:xfrm>
            <a:off x="0" y="0"/>
            <a:ext cx="12192000" cy="685800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90" name="Freeform: Shape 14"/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91" name="Freeform: Shape 15"/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892" name="Freeform: Shape 19"/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grpSp>
        <p:nvGrpSpPr>
          <p:cNvPr id="115" name="Group 5"/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048893" name="Right Triangle 16"/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/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94" name="Right Triangle 17"/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/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895" name="Right Triangle 18"/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/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89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anchor="ctr" bIns="45720" lIns="91440" rIns="91440" rtlCol="0" tIns="45720" vert="horz">
            <a:noAutofit/>
          </a:bodyPr>
          <a:lstStyle>
            <a:lvl1pPr>
              <a:defRPr b="1" dirty="0" sz="5400" lang="en-GB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9" name="Rectangle 20"/>
          <p:cNvSpPr/>
          <p:nvPr userDrawn="1"/>
        </p:nvSpPr>
        <p:spPr>
          <a:xfrm>
            <a:off x="0" y="0"/>
            <a:ext cx="12192000" cy="685800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50" name="Freeform: Shape 14"/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51" name="Freeform: Shape 15"/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52" name="Freeform: Shape 19"/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953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anchor="ctr" bIns="45720" lIns="91440" rIns="91440" rtlCol="0" tIns="45720" vert="horz">
            <a:noAutofit/>
          </a:bodyPr>
          <a:lstStyle>
            <a:lvl1pPr>
              <a:defRPr b="1" dirty="0" sz="5400" lang="en-GB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1048954" name="Freeform: Shape 34"/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55" name="Freeform: Shape 31"/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956" name="Freeform: Shape 29"/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A026D-E422-4B50-8E12-875165C25EF1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581" name="Rectangle 6"/>
          <p:cNvSpPr/>
          <p:nvPr userDrawn="1"/>
        </p:nvSpPr>
        <p:spPr>
          <a:xfrm>
            <a:off x="0" y="1"/>
            <a:ext cx="12192000" cy="6857999"/>
          </a:xfrm>
          <a:prstGeom prst="rect"/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582" name="Freeform: Shape 9"/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583" name="Freeform: Shape 17"/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 noProof="0"/>
          </a:p>
        </p:txBody>
      </p:sp>
      <p:sp>
        <p:nvSpPr>
          <p:cNvPr id="1048584" name="Freeform: Shape 11"/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585" name="Freeform: Shape 7"/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586" name="Title 1"/>
          <p:cNvSpPr txBox="1"/>
          <p:nvPr userDrawn="1"/>
        </p:nvSpPr>
        <p:spPr>
          <a:xfrm>
            <a:off x="444500" y="542925"/>
            <a:ext cx="11214100" cy="594360"/>
          </a:xfrm>
          <a:prstGeom prst="rect"/>
        </p:spPr>
        <p:txBody>
          <a:bodyPr anchor="t" bIns="45720" lIns="91440" rIns="91440" rtlCol="0" tIns="45720" vert="horz" wrap="square">
            <a:sp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baseline="0" b="1" dirty="0" sz="3200" kern="1200" lang="en-GB" spc="-7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dirty="0" lang="en-US" noProof="0">
                <a:latin typeface="+mj-lt"/>
              </a:rPr>
              <a:t>Click to edit Master title style</a:t>
            </a:r>
          </a:p>
        </p:txBody>
      </p:sp>
      <p:grpSp>
        <p:nvGrpSpPr>
          <p:cNvPr id="14" name="Group 12"/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048587" name="Freeform: Shape 15"/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  <p:sp>
          <p:nvSpPr>
            <p:cNvPr id="1048588" name="Freeform: Shape 16"/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grpSp>
        <p:nvGrpSpPr>
          <p:cNvPr id="15" name="Group 15"/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048589" name="Rectangle: Single Corner Snipped 18"/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/>
              <a:noAutofit/>
            </a:bodyPr>
            <a:p>
              <a:pPr algn="ctr" lvl="0"/>
              <a:endParaRPr dirty="0" lang="en-US" noProof="0"/>
            </a:p>
          </p:txBody>
        </p:sp>
        <p:sp>
          <p:nvSpPr>
            <p:cNvPr id="1048590" name="Rectangle: Single Corner Snipped 2"/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591" name="Freeform: Shape 23"/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592" name="Slide Number Placeholder 4"/>
          <p:cNvSpPr txBox="1"/>
          <p:nvPr userDrawn="1"/>
        </p:nvSpPr>
        <p:spPr>
          <a:xfrm>
            <a:off x="11252200" y="6315075"/>
            <a:ext cx="406400" cy="365125"/>
          </a:xfrm>
          <a:prstGeom prst="rect"/>
        </p:spPr>
        <p:txBody>
          <a:bodyPr/>
          <a:lstStyle>
            <a:defPPr>
              <a:defRPr lang="en-US"/>
            </a:defPPr>
            <a:lvl1pPr algn="l" defTabSz="914400" eaLnBrk="1" hangingPunct="1" latinLnBrk="0" marL="0" rtl="0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</p:sldLayoutIdLst>
  <p:hf dt="0" ftr="0" hdr="0" sldNum="1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3"/>
          <p:cNvSpPr>
            <a:spLocks noGrp="1"/>
          </p:cNvSpPr>
          <p:nvPr>
            <p:ph type="title"/>
          </p:nvPr>
        </p:nvSpPr>
        <p:spPr>
          <a:xfrm>
            <a:off x="315092" y="0"/>
            <a:ext cx="11482251" cy="1620982"/>
          </a:xfrm>
        </p:spPr>
        <p:txBody>
          <a:bodyPr>
            <a:normAutofit fontScale="90000"/>
          </a:bodyPr>
          <a:p>
            <a:pPr algn="ctr"/>
            <a:r>
              <a:rPr dirty="0" sz="4400" lang="en-US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Shri Vaishnav Vidyapeeth Vishwavidyalaya, Indore</a:t>
            </a:r>
            <a:br>
              <a:rPr dirty="0" sz="4400" lang="en-US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dirty="0" sz="3600" lang="en-US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Shri Vaishnav Institute of Information Technology</a:t>
            </a:r>
            <a:endParaRPr dirty="0" sz="4400" lang="en-IN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r="5400000" dist="762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1048612" name="Text Placeholder 1"/>
          <p:cNvSpPr>
            <a:spLocks noGrp="1"/>
          </p:cNvSpPr>
          <p:nvPr>
            <p:ph type="body" idx="1"/>
          </p:nvPr>
        </p:nvSpPr>
        <p:spPr>
          <a:xfrm>
            <a:off x="404949" y="1838300"/>
            <a:ext cx="11090366" cy="613956"/>
          </a:xfrm>
        </p:spPr>
        <p:txBody>
          <a:bodyPr>
            <a:noAutofit/>
          </a:bodyPr>
          <a:p>
            <a:pPr algn="ctr"/>
            <a:r>
              <a:rPr b="1" dirty="0" sz="2800">
                <a:solidFill>
                  <a:srgbClr val="0070C0"/>
                </a:solidFill>
                <a:latin typeface="Plantagenet Cherokee" pitchFamily="18" charset="0"/>
                <a:cs typeface="Arabic Typesetting" pitchFamily="66" charset="-78"/>
              </a:rPr>
              <a:t>Department of Computer Science and Engineering</a:t>
            </a:r>
          </a:p>
        </p:txBody>
      </p:sp>
      <p:sp>
        <p:nvSpPr>
          <p:cNvPr id="104861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</a:t>
            </a:fld>
            <a:endParaRPr dirty="0" lang="en-US" noProof="0"/>
          </a:p>
        </p:txBody>
      </p:sp>
      <p:sp>
        <p:nvSpPr>
          <p:cNvPr id="1048614" name="Rectangle 4"/>
          <p:cNvSpPr/>
          <p:nvPr/>
        </p:nvSpPr>
        <p:spPr>
          <a:xfrm>
            <a:off x="2457006" y="2499358"/>
            <a:ext cx="7350034" cy="1539240"/>
          </a:xfrm>
          <a:prstGeom prst="rect"/>
        </p:spPr>
        <p:txBody>
          <a:bodyPr wrap="square">
            <a:spAutoFit/>
          </a:bodyPr>
          <a:p>
            <a:pPr algn="ctr"/>
            <a:r>
              <a:rPr b="1" dirty="0" sz="2800" lang="en-US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Minor Project Synopsis Presentation on</a:t>
            </a:r>
          </a:p>
          <a:p>
            <a:pPr algn="ctr"/>
            <a:endParaRPr b="1" dirty="0" sz="1400" i="1" lang="en-US" u="sng">
              <a:solidFill>
                <a:schemeClr val="accent1"/>
              </a:solidFill>
              <a:latin typeface="Plantagenet Cherokee" pitchFamily="18" charset="0"/>
              <a:cs typeface="Arial" pitchFamily="34" charset="0"/>
            </a:endParaRPr>
          </a:p>
          <a:p>
            <a:pPr algn="ctr"/>
            <a:r>
              <a:rPr b="1" dirty="0" sz="4000" lang="en-US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“Project Title”</a:t>
            </a:r>
            <a:endParaRPr dirty="0" sz="4000" lang="en-IN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48615" name="Rectangle 5"/>
          <p:cNvSpPr/>
          <p:nvPr/>
        </p:nvSpPr>
        <p:spPr>
          <a:xfrm>
            <a:off x="435428" y="4007172"/>
            <a:ext cx="6096000" cy="1209040"/>
          </a:xfrm>
          <a:prstGeom prst="rect"/>
        </p:spPr>
        <p:txBody>
          <a:bodyPr wrap="square">
            <a:spAutoFit/>
          </a:bodyPr>
          <a:p>
            <a:r>
              <a:rPr b="1" dirty="0" sz="3200" lang="en-US">
                <a:solidFill>
                  <a:schemeClr val="tx1">
                    <a:lumMod val="95000"/>
                  </a:schemeClr>
                </a:solidFill>
                <a:latin typeface="Andalus" pitchFamily="18" charset="-78"/>
                <a:cs typeface="Andalus" pitchFamily="18" charset="-78"/>
              </a:rPr>
              <a:t>Project </a:t>
            </a:r>
            <a:r>
              <a:rPr b="1" dirty="0" sz="3200" lang="en-US">
                <a:solidFill>
                  <a:schemeClr val="tx1">
                    <a:lumMod val="95000"/>
                  </a:schemeClr>
                </a:solidFill>
                <a:latin typeface="Andalus" pitchFamily="18" charset="-78"/>
                <a:cs typeface="Andalus" pitchFamily="18" charset="-78"/>
              </a:rPr>
              <a:t>G</a:t>
            </a:r>
            <a:r>
              <a:rPr b="1" dirty="0" sz="3200" lang="en-US">
                <a:solidFill>
                  <a:schemeClr val="tx1">
                    <a:lumMod val="95000"/>
                  </a:schemeClr>
                </a:solidFill>
                <a:latin typeface="Andalus" pitchFamily="18" charset="-78"/>
                <a:cs typeface="Andalus" pitchFamily="18" charset="-78"/>
              </a:rPr>
              <a:t>u</a:t>
            </a:r>
            <a:r>
              <a:rPr b="1" dirty="0" sz="3200" lang="en-US">
                <a:solidFill>
                  <a:schemeClr val="tx1">
                    <a:lumMod val="95000"/>
                  </a:schemeClr>
                </a:solidFill>
                <a:latin typeface="Andalus" pitchFamily="18" charset="-78"/>
                <a:cs typeface="Andalus" pitchFamily="18" charset="-78"/>
              </a:rPr>
              <a:t>i</a:t>
            </a:r>
            <a:r>
              <a:rPr b="1" dirty="0" sz="3200" lang="en-US">
                <a:solidFill>
                  <a:schemeClr val="tx1">
                    <a:lumMod val="95000"/>
                  </a:schemeClr>
                </a:solidFill>
                <a:latin typeface="Andalus" pitchFamily="18" charset="-78"/>
                <a:cs typeface="Andalus" pitchFamily="18" charset="-78"/>
              </a:rPr>
              <a:t>de </a:t>
            </a:r>
            <a:endParaRPr altLang="en-US" lang="zh-CN"/>
          </a:p>
          <a:p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G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u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i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d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e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N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a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m</a:t>
            </a:r>
            <a:r>
              <a:rPr b="1" dirty="0" sz="3200" lang="en-US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e</a:t>
            </a:r>
            <a:endParaRPr altLang="en-US" lang="zh-CN"/>
          </a:p>
        </p:txBody>
      </p:sp>
      <p:sp>
        <p:nvSpPr>
          <p:cNvPr id="1048616" name="Rectangle 6"/>
          <p:cNvSpPr/>
          <p:nvPr/>
        </p:nvSpPr>
        <p:spPr>
          <a:xfrm>
            <a:off x="6531827" y="4088061"/>
            <a:ext cx="5327667" cy="2885440"/>
          </a:xfrm>
          <a:prstGeom prst="rect"/>
        </p:spPr>
        <p:txBody>
          <a:bodyPr wrap="square">
            <a:spAutoFit/>
          </a:bodyPr>
          <a:p>
            <a:r>
              <a:rPr b="1" dirty="0" sz="2800" lang="en-US">
                <a:latin typeface="Andalus" pitchFamily="18" charset="-78"/>
                <a:cs typeface="Andalus" pitchFamily="18" charset="-78"/>
              </a:rPr>
              <a:t>Presented By</a:t>
            </a:r>
            <a:r>
              <a:rPr b="1" dirty="0" sz="3200" lang="en-US">
                <a:latin typeface="Andalus" pitchFamily="18" charset="-78"/>
                <a:cs typeface="Andalus" pitchFamily="18" charset="-78"/>
              </a:rPr>
              <a:t>:</a:t>
            </a:r>
          </a:p>
          <a:p>
            <a:r>
              <a:rPr b="1" dirty="0" sz="3200" lang="en-US">
                <a:solidFill>
                  <a:schemeClr val="bg2">
                    <a:lumMod val="60000"/>
                    <a:lumOff val="40000"/>
                  </a:schemeClr>
                </a:solidFill>
                <a:latin typeface="Andalus" pitchFamily="18" charset="-78"/>
                <a:cs typeface="Andalus" pitchFamily="18" charset="-78"/>
              </a:rPr>
              <a:t>Student-1(Roll No.)</a:t>
            </a:r>
          </a:p>
          <a:p>
            <a:r>
              <a:rPr b="1" dirty="0" sz="3200" lang="en-US">
                <a:solidFill>
                  <a:schemeClr val="bg2">
                    <a:lumMod val="60000"/>
                    <a:lumOff val="40000"/>
                  </a:schemeClr>
                </a:solidFill>
                <a:latin typeface="Andalus" pitchFamily="18" charset="-78"/>
                <a:cs typeface="Andalus" pitchFamily="18" charset="-78"/>
              </a:rPr>
              <a:t>Student-2(Roll No.)</a:t>
            </a:r>
          </a:p>
          <a:p>
            <a:r>
              <a:rPr b="1" dirty="0" sz="3200" lang="en-US">
                <a:solidFill>
                  <a:schemeClr val="bg2">
                    <a:lumMod val="60000"/>
                    <a:lumOff val="40000"/>
                  </a:schemeClr>
                </a:solidFill>
                <a:latin typeface="Andalus" pitchFamily="18" charset="-78"/>
                <a:cs typeface="Andalus" pitchFamily="18" charset="-78"/>
              </a:rPr>
              <a:t>Student-3(Roll No.)</a:t>
            </a:r>
          </a:p>
          <a:p>
            <a:r>
              <a:rPr b="1" dirty="0" sz="3200" lang="en-US">
                <a:solidFill>
                  <a:schemeClr val="bg2">
                    <a:lumMod val="60000"/>
                    <a:lumOff val="40000"/>
                  </a:schemeClr>
                </a:solidFill>
                <a:latin typeface="Andalus" pitchFamily="18" charset="-78"/>
                <a:cs typeface="Andalus" pitchFamily="18" charset="-78"/>
              </a:rPr>
              <a:t>Student-4(Roll No.)</a:t>
            </a:r>
          </a:p>
        </p:txBody>
      </p:sp>
    </p:spTree>
  </p:cSld>
  <p:clrMapOvr>
    <a:masterClrMapping/>
  </p:clrMapOvr>
  <p:transition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dirty="0" lang="en-US"/>
              <a:t>Minor Project </a:t>
            </a:r>
          </a:p>
        </p:txBody>
      </p:sp>
      <p:sp>
        <p:nvSpPr>
          <p:cNvPr id="1048635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indent="0" marL="0">
              <a:buNone/>
            </a:pPr>
            <a:r>
              <a:rPr dirty="0" lang="en-US"/>
              <a:t>Presentation 1.0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4400">
        <p14:honeycomb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Synopsis Overview</a:t>
            </a:r>
          </a:p>
        </p:txBody>
      </p:sp>
      <p:sp>
        <p:nvSpPr>
          <p:cNvPr id="1048637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Brief Explanation</a:t>
            </a:r>
          </a:p>
        </p:txBody>
      </p:sp>
      <p:sp>
        <p:nvSpPr>
          <p:cNvPr id="1048638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smtClean="0"/>
              <a:t>3</a:t>
            </a:fld>
            <a:endParaRPr dirty="0" lang="en-US"/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 rot="10800000" flipV="1">
            <a:off x="832104" y="574767"/>
            <a:ext cx="7781544" cy="718456"/>
          </a:xfrm>
        </p:spPr>
        <p:txBody>
          <a:bodyPr>
            <a:normAutofit fontScale="90000"/>
          </a:bodyPr>
          <a:p>
            <a:r>
              <a:rPr dirty="0" lang="en-IN"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1048640" name="Text Placeholder 2"/>
          <p:cNvSpPr>
            <a:spLocks noGrp="1"/>
          </p:cNvSpPr>
          <p:nvPr>
            <p:ph type="body" idx="1"/>
          </p:nvPr>
        </p:nvSpPr>
        <p:spPr>
          <a:xfrm>
            <a:off x="287383" y="1672046"/>
            <a:ext cx="11547565" cy="4820194"/>
          </a:xfrm>
        </p:spPr>
        <p:txBody>
          <a:bodyPr/>
          <a:p>
            <a:endParaRPr dirty="0" lang="en-IN"/>
          </a:p>
          <a:p>
            <a:endParaRPr dirty="0" lang="en-IN"/>
          </a:p>
          <a:p>
            <a:endParaRPr dirty="0" lang="en-IN"/>
          </a:p>
          <a:p>
            <a:endParaRPr dirty="0" lang="en-IN"/>
          </a:p>
          <a:p>
            <a:endParaRPr dirty="0" lang="en-IN"/>
          </a:p>
          <a:p>
            <a:r>
              <a:rPr dirty="0" lang="en-IN"/>
              <a:t>                                      </a:t>
            </a:r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4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3"/>
          <p:cNvSpPr>
            <a:spLocks noGrp="1"/>
          </p:cNvSpPr>
          <p:nvPr>
            <p:ph type="title"/>
          </p:nvPr>
        </p:nvSpPr>
        <p:spPr>
          <a:xfrm>
            <a:off x="426744" y="542925"/>
            <a:ext cx="11214100" cy="757130"/>
          </a:xfrm>
        </p:spPr>
        <p:txBody>
          <a:bodyPr>
            <a:normAutofit fontScale="90000"/>
          </a:bodyPr>
          <a:p>
            <a:r>
              <a:rPr dirty="0" sz="4800" lang="en-US">
                <a:latin typeface="Times New Roman" pitchFamily="18" charset="0"/>
                <a:cs typeface="Times New Roman" pitchFamily="18" charset="0"/>
              </a:rPr>
              <a:t>Problem Domain</a:t>
            </a:r>
          </a:p>
        </p:txBody>
      </p:sp>
      <p:sp>
        <p:nvSpPr>
          <p:cNvPr id="1048661" name="Text Placeholder 7"/>
          <p:cNvSpPr>
            <a:spLocks noGrp="1"/>
          </p:cNvSpPr>
          <p:nvPr>
            <p:ph type="body" idx="1"/>
          </p:nvPr>
        </p:nvSpPr>
        <p:spPr>
          <a:xfrm>
            <a:off x="509814" y="1593670"/>
            <a:ext cx="9679214" cy="4376056"/>
          </a:xfrm>
        </p:spPr>
        <p:txBody>
          <a:bodyPr>
            <a:normAutofit/>
          </a:bodyPr>
          <a:p>
            <a:pPr>
              <a:buNone/>
            </a:pPr>
            <a:endParaRPr dirty="0" lang="en-IN"/>
          </a:p>
          <a:p>
            <a:pPr>
              <a:buNone/>
            </a:pPr>
            <a:r>
              <a:rPr dirty="0" sz="2200" lang="en-US">
                <a:latin typeface="Times New Roman" pitchFamily="18" charset="0"/>
                <a:cs typeface="Times New Roman" pitchFamily="18" charset="0"/>
              </a:rPr>
              <a:t>Problem Identification:</a:t>
            </a:r>
          </a:p>
          <a:p>
            <a:pPr>
              <a:buNone/>
            </a:pPr>
            <a:endParaRPr dirty="0" sz="2200" lang="en-US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dirty="0" sz="2200" lang="en-US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dirty="0" sz="2200" lang="en-US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dirty="0" sz="2200" lang="en-US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dirty="0" sz="2200" lang="en-US">
              <a:latin typeface="Times New Roman" pitchFamily="18" charset="0"/>
              <a:cs typeface="Times New Roman" pitchFamily="18" charset="0"/>
            </a:endParaRPr>
          </a:p>
          <a:p>
            <a:endParaRPr dirty="0" lang="en-US"/>
          </a:p>
          <a:p>
            <a:endParaRPr dirty="0" lang="en-US"/>
          </a:p>
        </p:txBody>
      </p:sp>
      <p:sp>
        <p:nvSpPr>
          <p:cNvPr id="104866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smtClean="0"/>
              <a:t>5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>
            <a:normAutofit fontScale="90000"/>
          </a:bodyPr>
          <a:p>
            <a:r>
              <a:rPr dirty="0" sz="4000" lang="en-US">
                <a:latin typeface="Times New Roman" pitchFamily="18" charset="0"/>
                <a:cs typeface="Times New Roman" pitchFamily="18" charset="0"/>
              </a:rPr>
              <a:t>Problem in Existing System</a:t>
            </a:r>
            <a:endParaRPr dirty="0" sz="40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4" name="Content Placeholder 5"/>
          <p:cNvSpPr>
            <a:spLocks noGrp="1"/>
          </p:cNvSpPr>
          <p:nvPr>
            <p:ph sz="half" idx="2"/>
          </p:nvPr>
        </p:nvSpPr>
        <p:spPr>
          <a:xfrm>
            <a:off x="0" y="1394732"/>
            <a:ext cx="12192001" cy="4548868"/>
          </a:xfrm>
        </p:spPr>
        <p:txBody>
          <a:bodyPr>
            <a:normAutofit/>
          </a:bodyPr>
          <a:p>
            <a:pPr lvl="0"/>
            <a:endParaRPr dirty="0" sz="3200" lang="en-US"/>
          </a:p>
          <a:p>
            <a:endParaRPr dirty="0" sz="1600" lang="en-US"/>
          </a:p>
          <a:p>
            <a:endParaRPr dirty="0" lang="en-IN"/>
          </a:p>
        </p:txBody>
      </p:sp>
      <p:sp>
        <p:nvSpPr>
          <p:cNvPr id="104866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6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SOLUTION DOMAIN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7" name="Content Placeholder 5"/>
          <p:cNvSpPr>
            <a:spLocks noGrp="1"/>
          </p:cNvSpPr>
          <p:nvPr>
            <p:ph sz="half" idx="2"/>
          </p:nvPr>
        </p:nvSpPr>
        <p:spPr>
          <a:xfrm>
            <a:off x="169817" y="1332410"/>
            <a:ext cx="12022184" cy="5368835"/>
          </a:xfrm>
        </p:spPr>
        <p:txBody>
          <a:bodyPr/>
          <a:p>
            <a:pPr>
              <a:buNone/>
            </a:pPr>
            <a:endParaRPr dirty="0" lang="en-IN"/>
          </a:p>
        </p:txBody>
      </p:sp>
      <p:sp>
        <p:nvSpPr>
          <p:cNvPr id="1048668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7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5455"/>
          </a:bodyPr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Purpose of the Project / Innovativeness and Usefulness: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70" name="Content Placeholder 5"/>
          <p:cNvSpPr>
            <a:spLocks noGrp="1"/>
          </p:cNvSpPr>
          <p:nvPr>
            <p:ph sz="half" idx="2"/>
          </p:nvPr>
        </p:nvSpPr>
        <p:spPr>
          <a:xfrm>
            <a:off x="418373" y="1708240"/>
            <a:ext cx="11521077" cy="4875439"/>
          </a:xfrm>
        </p:spPr>
        <p:txBody>
          <a:bodyPr>
            <a:noAutofit/>
          </a:bodyPr>
          <a:p>
            <a:pPr lvl="0">
              <a:buNone/>
            </a:pPr>
            <a:endParaRPr dirty="0" sz="2000" lang="en-IN"/>
          </a:p>
        </p:txBody>
      </p:sp>
      <p:sp>
        <p:nvSpPr>
          <p:cNvPr id="1048671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8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An Improvement over existing System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73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endParaRPr dirty="0" sz="2800" lang="en-IN"/>
          </a:p>
        </p:txBody>
      </p:sp>
      <p:sp>
        <p:nvSpPr>
          <p:cNvPr id="104867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9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System Domain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76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r>
              <a:rPr b="1" dirty="0" sz="2800" lang="en-IN">
                <a:latin typeface="Times New Roman" pitchFamily="18" charset="0"/>
                <a:cs typeface="Times New Roman" pitchFamily="18" charset="0"/>
              </a:rPr>
              <a:t>Required Resources:</a:t>
            </a:r>
          </a:p>
        </p:txBody>
      </p:sp>
      <p:sp>
        <p:nvSpPr>
          <p:cNvPr id="1048677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10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7727"/>
          </a:bodyPr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Methodology to be adopted / planning of work: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79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endParaRPr b="1" dirty="0" sz="28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80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11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Software Requirement: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82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endParaRPr b="1" dirty="0" sz="28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8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12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Hardware Requirement: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85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endParaRPr b="1" dirty="0" sz="28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8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13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>
            <a:normAutofit fontScale="97222"/>
          </a:bodyPr>
          <a:p>
            <a:r>
              <a:rPr dirty="0" sz="3600" lang="en-US">
                <a:latin typeface="Times New Roman" pitchFamily="18" charset="0"/>
                <a:cs typeface="Times New Roman" pitchFamily="18" charset="0"/>
              </a:rPr>
              <a:t>Application Domain</a:t>
            </a:r>
            <a:endParaRPr dirty="0" sz="36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88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r>
              <a:rPr b="1" dirty="0" sz="2800" lang="en-IN">
                <a:latin typeface="Times New Roman" pitchFamily="18" charset="0"/>
                <a:cs typeface="Times New Roman" pitchFamily="18" charset="0"/>
              </a:rPr>
              <a:t>The Scope of Project:</a:t>
            </a:r>
          </a:p>
        </p:txBody>
      </p:sp>
      <p:sp>
        <p:nvSpPr>
          <p:cNvPr id="1048689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14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>
            <a:normAutofit fontScale="97222"/>
          </a:bodyPr>
          <a:p>
            <a:r>
              <a:rPr dirty="0" sz="3600" lang="en-US">
                <a:latin typeface="Times New Roman" pitchFamily="18" charset="0"/>
                <a:cs typeface="Times New Roman" pitchFamily="18" charset="0"/>
              </a:rPr>
              <a:t>Impact of the work in the real world:</a:t>
            </a:r>
            <a:endParaRPr dirty="0" sz="36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91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endParaRPr b="1" dirty="0" sz="28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92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15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>
            <a:normAutofit fontScale="97222"/>
          </a:bodyPr>
          <a:p>
            <a:r>
              <a:rPr dirty="0" sz="3600" lang="en-US">
                <a:latin typeface="Times New Roman" pitchFamily="18" charset="0"/>
                <a:cs typeface="Times New Roman" pitchFamily="18" charset="0"/>
              </a:rPr>
              <a:t>Expected Outcomes/ Benefits:</a:t>
            </a:r>
            <a:endParaRPr dirty="0" sz="36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94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endParaRPr b="1" dirty="0" sz="28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9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16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>
            <a:normAutofit fontScale="97222"/>
          </a:bodyPr>
          <a:p>
            <a:r>
              <a:rPr dirty="0" sz="3600" lang="en-US">
                <a:latin typeface="Times New Roman" pitchFamily="18" charset="0"/>
                <a:cs typeface="Times New Roman" pitchFamily="18" charset="0"/>
              </a:rPr>
              <a:t>References </a:t>
            </a:r>
            <a:endParaRPr dirty="0" sz="36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97" name="Content Placeholder 5"/>
          <p:cNvSpPr>
            <a:spLocks noGrp="1"/>
          </p:cNvSpPr>
          <p:nvPr>
            <p:ph sz="half" idx="2"/>
          </p:nvPr>
        </p:nvSpPr>
        <p:spPr>
          <a:xfrm>
            <a:off x="180109" y="1841863"/>
            <a:ext cx="11602588" cy="4650377"/>
          </a:xfrm>
        </p:spPr>
        <p:txBody>
          <a:bodyPr>
            <a:noAutofit/>
          </a:bodyPr>
          <a:p>
            <a:pPr>
              <a:buNone/>
            </a:pPr>
            <a:endParaRPr b="1" dirty="0" sz="280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98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263D6C4-4840-40CC-AC84-17E24B3B7BDE}" type="slidenum">
              <a:rPr lang="en-US" noProof="0" smtClean="0"/>
              <a:t>17</a:t>
            </a:fld>
            <a:endParaRPr dirty="0" lang="en-US" noProof="0"/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5757914-1161-4661-9696-421FD6935CDD}">
  <ds:schemaRefs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CPH2381</dc:creator>
  <dcterms:created xsi:type="dcterms:W3CDTF">2019-09-17T02:20:27Z</dcterms:created>
  <dcterms:modified xsi:type="dcterms:W3CDTF">2026-09-03T14:39:23Z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5e2ae478f3ba41eea8508f3c3ca86f6f_23</vt:lpwstr>
  </property>
</Properties>
</file>